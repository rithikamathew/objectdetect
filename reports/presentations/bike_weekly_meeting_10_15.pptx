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is week" id="{71759bea-b4d4-1c57-7a1b-3bda16e1dbc5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tatus check" id="{005365a8-16e2-e1dd-c2f1-152adc54bc20}">
          <p14:sldIdLst>
            <p14:sldId id="263"/>
            <p14:sldId id="264"/>
          </p14:sldIdLst>
        </p14:section>
        <p14:section name="Next" id="{0cdbdea4-9854-6c2b-e186-33b174637b1f}">
          <p14:sldIdLst>
            <p14:sldId id="265"/>
            <p14:sldId id="266"/>
          </p14:sldIdLst>
        </p14:section>
        <p14:section name="Backup" id="{c38a0fbe-dd8f-ac30-5e6c-fb5086da834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KE_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155448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85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10/15</a:t>
            </a:r>
            <a:endParaRPr lang="en-US" sz="4400" dirty="0"/>
          </a:p>
        </p:txBody>
      </p:sp>
      <p:sp>
        <p:nvSpPr>
          <p:cNvPr id="3" name="Section label"/>
          <p:cNvSpPr txBox="1"/>
          <p:nvPr/>
        </p:nvSpPr>
        <p:spPr>
          <a:xfrm>
            <a:off x="612648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Completed: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03120"/>
            <a:ext cx="11064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the system person by person against my own hand-made list of who really passed</a:t>
            </a:r>
            <a:endParaRPr lang="en-US" sz="17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clips (2 day, 2 night), 21 people. “Found” = counted AND correctly called cyclist or pedestrian, so wrong totals can no longer cancel out</a:t>
            </a:r>
            <a:endParaRPr lang="en-US" sz="1700" dirty="0"/>
          </a:p>
          <a:p>
            <a:pPr marL="177800" indent="-177800">
              <a:spcBef>
                <a:spcPts val="10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it: 6 of 21 people found → 19 of 21</a:t>
            </a:r>
            <a:endParaRPr lang="en-US" sz="17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fixes: look at small image tiles (SAHI), combine several opinions before labelling (fusion), and a night-time exception for short sightings</a:t>
            </a:r>
            <a:endParaRPr lang="en-US" sz="1700" dirty="0"/>
          </a:p>
          <a:p>
            <a:pPr marL="177800" indent="-177800">
              <a:spcBef>
                <a:spcPts val="10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false counts: a barricade that never moves was counted as 2 pedestrians at night → now 0</a:t>
            </a:r>
            <a:endParaRPr lang="en-US" sz="1700" dirty="0"/>
          </a:p>
          <a:p>
            <a:pPr marL="177800" indent="-177800">
              <a:spcBef>
                <a:spcPts val="10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at the 2025 camera: it is a fisheye (very wide, curved lens), so the system does not work well on it as-is</a:t>
            </a:r>
            <a:endParaRPr lang="en-US" sz="1700" dirty="0"/>
          </a:p>
          <a:p>
            <a:pPr marL="177800" indent="-177800">
              <a:spcBef>
                <a:spcPts val="10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Redrew the Colonial zone outlines (the bike lane was wrong); still need to check them on a real frame</a:t>
            </a:r>
            <a:endParaRPr lang="en-US" sz="1700" dirty="0"/>
          </a:p>
          <a:p>
            <a:pPr marL="177800" indent="-177800">
              <a:spcBef>
                <a:spcPts val="10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a plain-English guide to every technical term (slide 2 and the last slide)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12648" y="777240"/>
            <a:ext cx="65836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How the System Works, in Plain English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663440"/>
                <a:gridCol w="3749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Detector (RT-DETR)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Looks at every video frame and draws a box around each person and vehicle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Trained by me on ~200 labelled images: it knows person, cyclist, car, truck, bus, other vehicle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Tiles (SAHI)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Also looks at 8 overlapping close-up tiles of each frame, plus the whole frame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Far-away people are tiny; zooming in lets the detector see them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Tracker (ByteTrack)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ByteTrack links the boxes of one person across frames into a single “track”; I added a step that rejoins a track after a short gap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 each person is counted once, not once per frame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Video classifier (X-CLIP)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Watches a track for a few seconds and decides: cyclist or pedestrian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video model sees motion (pedalling vs walking), not just one picture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Fusion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label = three opinions combined: the video classifier, the detector’s guess in each frame, and the person’s speed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model alone makes mistakes; when they disagree, fixed if-then rules decide (next slide)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Counting rules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 a track only if on screen 3 s (night exception), and ignore things that never move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Stops flickers and objects like a barricade being counted as people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Pedestrians on the grass are not excluded: the zone outlines only remove vehicles; people are never removed by them.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12648" y="777240"/>
            <a:ext cx="7498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Fusion: Exactly How the Final Label Is Decided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669280"/>
                <a:gridCol w="3291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 (fixed numbers I set by hand)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words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= X-CLIP’s more likely class for the track (answers averaged over the track, closer and larger views count more)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video classifier gets the first say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Veto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X-CLIP = bicyclist AND the detector said “cyclist” in &lt; 15% of the track’s frames → pedestrian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detector almost never saw a cyclist shape, so overrule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if moving left/right and seen ≥ 1.5 s:  IF speed &lt; 0.8 AND detector “cyclist” &lt; 50% → pedestrian;  IF speed &gt; 2.0 AND detector “cyclist” ≥ 50% → bicyclist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= walking, fast = riding, but only when the detector agrees with the 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Night short sightings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21:00-06:00 AND on screen 0.3-3 s AND detector “cyclist” ≥ 90% AND X-CLIP bicyclist ≥ 90% → count as bicyclist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Dark riders are often tracked for under 3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Count filter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 only if on screen ≥ 3 s (except step 3) AND not still: moved &lt; 5 px in total and slower than 0.05 body heights/s = ignored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flickers, no barricades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There is no single equation and nothing is trained: these are if-then rules with fixed thresholds. Detector “cyclist” % = share of the track’s frames where the detector’s own label was cyclist, not person. A fifth rule (“promote”) was never right and is switched off.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12648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Speed: How It Is Measured and Whether It Helped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325880"/>
            <a:ext cx="110642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measure it</a:t>
            </a:r>
            <a:endParaRPr lang="en-US" sz="17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person’s feet (bottom-centre of the box, smoothed). Sideways pixels moved per second ÷ box height in pixels = “body heights per second”</a:t>
            </a:r>
            <a:endParaRPr lang="en-US" sz="17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Dividing by height roughly cancels distance: far people move fewer pixels but are also smaller. Walking limit 0.8, riding limit 2.0 (estimated by hand; a simulated 1.4 m/s walker ≈ 0.8, a 5 m/s rider ≈ 2.9)</a:t>
            </a:r>
            <a:endParaRPr lang="en-US" sz="17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left/right movement is used: people walking toward or away from the camera look slow even when they are not</a:t>
            </a:r>
            <a:endParaRPr lang="en-US" sz="1700" dirty="0"/>
          </a:p>
          <a:p>
            <a:pPr marL="177800" indent="-177800">
              <a:spcBef>
                <a:spcPts val="10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it help? (21 people; tracks whose label the rule changed)</a:t>
            </a:r>
            <a:endParaRPr lang="en-US" sz="17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rule at 0.8 / 2.0: changed 4 tracks, all 4 correct (1 night cyclist rescued, 3 pedestrians fixed). Detector veto: changed 3, all 3 correct</a:t>
            </a:r>
            <a:endParaRPr lang="en-US" sz="17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earlier limit of 1.0 wrongly flipped 2 real cyclists, so I use 0.8. Thresholds were set on the two first clips; 1 of the speed fixes (12:45) was on a clip not used for setting</a:t>
            </a:r>
            <a:endParaRPr lang="en-US" sz="17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proven: the veto and speed overlap on some people, and I never re-ran without speed. That test (“ablation”) is queued: 4 clips, speed off vs on</a:t>
            </a:r>
            <a:endParaRPr lang="en-US" sz="1700" dirty="0"/>
          </a:p>
          <a:p>
            <a:pPr marL="177800" indent="-177800">
              <a:spcBef>
                <a:spcPts val="10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standard way yet: the standard is to calibrate the camera, convert pixels to metres on the road, and get real km/h. I have not done that or checked my speeds against the speed Excel files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12648" y="777240"/>
            <a:ext cx="69494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Results: People Found on 4 Hand-Labelled Clips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463040"/>
                <a:gridCol w="219456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Clip (people in my list)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changes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Tiles (SAHI)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Fusion + night rule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Ignore still objects (current best)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 21:15-21:30 (6)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14:00-14:15 (5)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 22:00-22:15, not used to set rules (5)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(+2 false counts)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(0 false counts)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12:45-13:00, not used to set rules (5)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(21)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" y="4069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Found = the person was counted and called the right thing (cyclist or pedestrian). My list = people I wrote down by watching each clip.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67512" y="4480560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wrong (2 of 21): a night pedestrian called a cyclist, and a night rider visible for only 2.4 s (under the 3 s minimum, not rescued by the night exception)</a:t>
            </a:r>
            <a:endParaRPr lang="en-US" sz="14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clips were not used to set the rules (a fair test); the other two partly were</a:t>
            </a:r>
            <a:endParaRPr lang="en-US" sz="14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evidence only: one camera, one day, 21 people, and I have watched all four clips. Next: one 15-minute video from each of 2022-2025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12648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What Changed (and What Did Not Help)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675120"/>
                <a:gridCol w="2377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plain English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Tiles (SAHI)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 each frame into 8 overlapping close-ups (plus the whole frame) so tiny far-away people are big enough to detect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→ 13 of 21 found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 3 opinions: (a) video classifier says cyclist but the detector saw a cyclist shape in under 15% of frames → call it pedestrian; (b) walking is slow and riding is fast: speed is measured in body heights per second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the night rule: 13 → 19 of 21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 exception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 day a person must be on screen 3 s. At night, 0.3-3 s still counts as a cyclist if the detector said cyclist in 90%+ of frames and the classifier was 90%+ sure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Finds night riders without adding false day cyclists (a flat 0.4 s rule would have added up to 5 at 14:00)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Ignore still objects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Skip anything that hardly moves (under 5 pixels in total): a barricade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counts 2 → 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Tried, no gain (so far)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67512" y="49834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Brightening dark night frames (3 methods) before detection: no gain on the 1 night clip I tested; could be retried more carefully</a:t>
            </a:r>
            <a:endParaRPr lang="en-US" sz="14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detector confidence at night; looser tracking; motion blobs; adding 400 outside night images (made the detector worse)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12648" y="777240"/>
            <a:ext cx="6035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2025 Video (Fisheye) and Zone Outlines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371600"/>
            <a:ext cx="109728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camera: ran a 15-minute clip and watched it: not good</a:t>
            </a:r>
            <a:endParaRPr lang="en-US" sz="17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Fisheye = very wide curved lens. Cars directly below the camera are not detected; farther objects are</a:t>
            </a:r>
            <a:endParaRPr lang="en-US" sz="17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detector and settings were made for the flat 2019 camera, so this is not a fair comparison; not scored (no hand list)</a:t>
            </a:r>
            <a:endParaRPr lang="en-US" sz="1700" dirty="0"/>
          </a:p>
          <a:p>
            <a:pPr marL="177800" indent="-177800">
              <a:spcBef>
                <a:spcPts val="10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write a tool to flatten (“undistort”) the video. Done: the tool is written; still to do: try it and re-test</a:t>
            </a:r>
            <a:endParaRPr lang="en-US" sz="17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Limit: a flat view cannot show what is straight below the lens, so some loss is unavoidable. Other options: train on fisheye images, or report it as a limitation</a:t>
            </a:r>
            <a:endParaRPr lang="en-US" sz="1700" dirty="0"/>
          </a:p>
          <a:p>
            <a:pPr marL="177800" indent="-177800">
              <a:spcBef>
                <a:spcPts val="10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outlines (road, bike lane, sidewalk): new bike-lane outline drawn; check on a real frame</a:t>
            </a:r>
            <a:endParaRPr lang="en-US" sz="1700" dirty="0"/>
          </a:p>
          <a:p>
            <a:pPr lvl="1" marL="4064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only remove vehicles outside the road and split people into bike lane vs sidewalk. They never remove people, so a pedestrian on the grass is still counted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12648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Last Week's To-Do: What Is Done and What Is Pending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371600"/>
                <a:gridCol w="6126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To-do from 10/6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Hand-label ~40 tracks for per-person accuracy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list for 21 people on 4 clips is done. The 45-track list (which model is right per person) is still empty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Fusion + 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Combining opinions and walking-vs-riding speed are in the best setup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night images to fine-tune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work: outside night images made it worse; my own night images come later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some techniques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Tiles helped most; brightening and motion blobs gave nothing so far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 both-wrong / one-right cases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Replayed the rules on every person and false count to set the rules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Look at the 2025 cameras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Fisheye, so not a fair comparison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 vs shorter, tracking, another site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Night-only exception (0.3-3 s, strict conditions); tracking no change; no other site yet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 sensitivity + review 12 min instead of 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started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is written, not tried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people walking away are missed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isolated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14:00 went 3 → 5 of 5 only after fusion; cause not studied directly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to 24 h (~46 GPU-h), then 48 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work, after the new clips confirm the gains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12648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Literature Enhancements: Which Ones I Implemented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554480"/>
                <a:gridCol w="4754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 from the literature (plain English)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Look at image tiles so small things are seen: SAHI (Akyon, ICIP 2022); AI City Challenge (CVPR 2024)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Alone: 6 → 13 of 21 found. Part of the best setup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 the label, the detector and the speed (Zangenehpour et al., 2015)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Together with the night rule: 13 → 19 of 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Brighten dark images before detecting (DCExYOLO)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Tried, no gain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simple brightening (gamma, CLAHE, Zero-DCE) on one night clip, detector input only. Not DCExYOLO itself. Could retry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the detector on hard cases from this camera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Outside night images made it worse. Own images: future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several video frames at once to detect (Corsel WACV 2023; van Lier WACV 2025; FAIM WACV 2025)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implemented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a simple “what moved” check, no gain. No video-aware detector yet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Night-specific detector (BNE-DETR)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implemented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if misses remain after the steps above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Takeaway: the cheap, no-training ideas are done. What is left needs new labelled images and new code.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12648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To Do: Run Next (Code Written, Not Yet Run)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291840"/>
                <a:gridCol w="4023360"/>
                <a:gridCol w="3337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 what speed and the veto really add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Written: re-run the best setup with speed off, and with the veto 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labelled clips: people found with vs without each rule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Retry brightening properly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Written: brighten dark frames for the detector AND the video classifier, together with SAHI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night clips with my list: gamma, CLAHE, Zero-DCE vs 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video each from 2022, 2023, 2024, 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Written: scans each video, records its resolution, picks the 15 min with the most people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label people in each window; score; no Colonial zone outlines reused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Fisheye 2025: flatten and re-run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Written: choose settings by eye on one frame, convert the clip, re-run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 with my list for the clip; else report as a limitation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Per-track accuracy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written; label ~40 tracks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 classifier vs detector vs combination, per person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new zone outlines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Overlay image on a real frame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Later (future work): train the detector on my own labelled images; run the full 24 h and 48 h.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12648" y="731520"/>
            <a:ext cx="6035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To Do: Ideas I Still Need to Decide On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00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Notice when something new enters a still scene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Some people are missed (e.g. a person under an umbrella with the face hidden). Compare each frame with the empty background; wherever something new appears, zoom in and re-check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first version (frame differences) found far too many blobs. Needs filtering; not built yet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Night-specific detector (BNE-DETR)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for dark scenes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built: no ready-made version found; re-implementing from the paper is a research-size 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my speeds against the speed Excel files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Shows whether the speed numbers are accurate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the Excel file contents; the pixel-to-metre conversion (camera calibration) is also missing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the 2 remaining errors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 pedestrian called a cyclist; 2.4 s night rider missed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judge on new videos, not the clips they came from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review of uncertain cases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 missed people cheaply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written, not tried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12648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Plain-English Glossary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Detector / RT-DETR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AI that draws boxes around people and vehicles in a picture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Taking a ready-made AI and giving it extra training on my own labelled images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X-CLIP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video AI that watches a few seconds of a track and says cyclist or pedestrian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person followed from frame to frame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SAHI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Detecting on small zoomed-in tiles of the frame so tiny people are seen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label from several opinions (video AI, detector, speed), not 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count / false track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Counted as a person but nobody was there (e.g. a barricade)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used to set rules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Clips I did not use to choose the rules, so the test is fair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Fisheye / undistort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wide curved lens / flattening the picture so lines look straight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ByteTrack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tracking method that links a person’s boxes from frame to frame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Ablation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Switching one rule off and re-running, to measure what that rule really adds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GPU-hour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hour of one graphics processor on the university cluster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update 10/15</dc:title>
  <dc:subject>PptxGenJS Presentation</dc:subject>
  <dc:creator>PptxGenJS</dc:creator>
  <cp:lastModifiedBy>PptxGenJS</cp:lastModifiedBy>
  <cp:revision>1</cp:revision>
  <dcterms:created xsi:type="dcterms:W3CDTF">2026-10-16T03:10:15Z</dcterms:created>
  <dcterms:modified xsi:type="dcterms:W3CDTF">2026-10-16T03:10:15Z</dcterms:modified>
</cp:coreProperties>
</file>