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028262cb64dc8" /><Relationship Type="http://schemas.openxmlformats.org/officeDocument/2006/relationships/extended-properties" Target="/docProps/app.xml" Id="R5dc43f0016e942ac" /><Relationship Type="http://schemas.openxmlformats.org/officeDocument/2006/relationships/officeDocument" Target="/ppt/presentation.xml" Id="R4461959cf1e3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2ee1471e64f44"/>
  </p:sldMasterIdLst>
  <p:notesMasterIdLst>
    <p:notesMasterId xmlns:r="http://schemas.openxmlformats.org/officeDocument/2006/relationships" r:id="Rbd19a35dfede464f"/>
  </p:notesMasterIdLst>
  <p:sldIdLst>
    <p:sldId xmlns:r="http://schemas.openxmlformats.org/officeDocument/2006/relationships" id="256" r:id="R98b30ccb46674962"/>
    <p:sldId xmlns:r="http://schemas.openxmlformats.org/officeDocument/2006/relationships" id="257" r:id="Re0314ad243db4801"/>
    <p:sldId xmlns:r="http://schemas.openxmlformats.org/officeDocument/2006/relationships" id="258" r:id="R02d1f456b3284b86"/>
    <p:sldId xmlns:r="http://schemas.openxmlformats.org/officeDocument/2006/relationships" id="259" r:id="R3fe9e47904c840a8"/>
    <p:sldId xmlns:r="http://schemas.openxmlformats.org/officeDocument/2006/relationships" id="260" r:id="R87c36b5531d94882"/>
    <p:sldId xmlns:r="http://schemas.openxmlformats.org/officeDocument/2006/relationships" id="261" r:id="Rae3ac6a9fdb94e75"/>
    <p:sldId xmlns:r="http://schemas.openxmlformats.org/officeDocument/2006/relationships" id="262" r:id="R84ca8a045f894361"/>
    <p:sldId xmlns:r="http://schemas.openxmlformats.org/officeDocument/2006/relationships" id="263" r:id="Re6976f016baf4be0"/>
    <p:sldId xmlns:r="http://schemas.openxmlformats.org/officeDocument/2006/relationships" id="264" r:id="R03cea6a5c44c4aec"/>
    <p:sldId xmlns:r="http://schemas.openxmlformats.org/officeDocument/2006/relationships" id="265" r:id="Rf5e01babd61e4935"/>
    <p:sldId xmlns:r="http://schemas.openxmlformats.org/officeDocument/2006/relationships" id="266" r:id="Rd647feba9d504678"/>
    <p:sldId xmlns:r="http://schemas.openxmlformats.org/officeDocument/2006/relationships" id="267" r:id="Rbbdaf146b49542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de05acadc4946" /><Relationship Type="http://schemas.openxmlformats.org/officeDocument/2006/relationships/slideMaster" Target="/ppt/slideMasters/slideMaster1.xml" Id="R45f2ee1471e64f44" /><Relationship Type="http://schemas.openxmlformats.org/officeDocument/2006/relationships/notesMaster" Target="/ppt/notesMasters/notesMaster1.xml" Id="Rbd19a35dfede464f" /><Relationship Type="http://schemas.openxmlformats.org/officeDocument/2006/relationships/presProps" Target="/ppt/presProps.xml" Id="R9e2c59fb5a6940bb" /><Relationship Type="http://schemas.openxmlformats.org/officeDocument/2006/relationships/tableStyles" Target="/ppt/tableStyles.xml" Id="R01d182c91e9544a0" /><Relationship Type="http://schemas.openxmlformats.org/officeDocument/2006/relationships/slide" Target="/ppt/slides/slide1.xml" Id="R98b30ccb46674962" /><Relationship Type="http://schemas.openxmlformats.org/officeDocument/2006/relationships/slide" Target="/ppt/slides/slide2.xml" Id="Re0314ad243db4801" /><Relationship Type="http://schemas.openxmlformats.org/officeDocument/2006/relationships/slide" Target="/ppt/slides/slide3.xml" Id="R02d1f456b3284b86" /><Relationship Type="http://schemas.openxmlformats.org/officeDocument/2006/relationships/slide" Target="/ppt/slides/slide4.xml" Id="R3fe9e47904c840a8" /><Relationship Type="http://schemas.openxmlformats.org/officeDocument/2006/relationships/slide" Target="/ppt/slides/slide5.xml" Id="R87c36b5531d94882" /><Relationship Type="http://schemas.openxmlformats.org/officeDocument/2006/relationships/slide" Target="/ppt/slides/slide6.xml" Id="Rae3ac6a9fdb94e75" /><Relationship Type="http://schemas.openxmlformats.org/officeDocument/2006/relationships/slide" Target="/ppt/slides/slide7.xml" Id="R84ca8a045f894361" /><Relationship Type="http://schemas.openxmlformats.org/officeDocument/2006/relationships/slide" Target="/ppt/slides/slide8.xml" Id="Re6976f016baf4be0" /><Relationship Type="http://schemas.openxmlformats.org/officeDocument/2006/relationships/slide" Target="/ppt/slides/slide9.xml" Id="R03cea6a5c44c4aec" /><Relationship Type="http://schemas.openxmlformats.org/officeDocument/2006/relationships/slide" Target="/ppt/slides/slide10.xml" Id="Rf5e01babd61e4935" /><Relationship Type="http://schemas.openxmlformats.org/officeDocument/2006/relationships/slide" Target="/ppt/slides/slide11.xml" Id="Rd647feba9d504678" /><Relationship Type="http://schemas.openxmlformats.org/officeDocument/2006/relationships/slide" Target="/ppt/slides/slide12.xml" Id="Rbbdaf146b495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572bcfd517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c8b0406e54f30" /><Relationship Type="http://schemas.openxmlformats.org/officeDocument/2006/relationships/notesMaster" Target="/ppt/notesMasters/notesMaster1.xml" Id="R9dc007bea306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286e4b69ac47b0" /><Relationship Type="http://schemas.openxmlformats.org/officeDocument/2006/relationships/notesMaster" Target="/ppt/notesMasters/notesMaster1.xml" Id="Rab58f176bf3e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559287ad344a7" /><Relationship Type="http://schemas.openxmlformats.org/officeDocument/2006/relationships/notesMaster" Target="/ppt/notesMasters/notesMaster1.xml" Id="R4f6cdcddced2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2cd58c6a9f40a0" /><Relationship Type="http://schemas.openxmlformats.org/officeDocument/2006/relationships/notesMaster" Target="/ppt/notesMasters/notesMaster1.xml" Id="Rc6d77a279e75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2e21b6a3004b2f" /><Relationship Type="http://schemas.openxmlformats.org/officeDocument/2006/relationships/notesMaster" Target="/ppt/notesMasters/notesMaster1.xml" Id="Rc7ab3e6f354d43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eedf614c5e4f9f" /><Relationship Type="http://schemas.openxmlformats.org/officeDocument/2006/relationships/notesMaster" Target="/ppt/notesMasters/notesMaster1.xml" Id="Refb291e11cf347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5bad48fa4444b" /><Relationship Type="http://schemas.openxmlformats.org/officeDocument/2006/relationships/notesMaster" Target="/ppt/notesMasters/notesMaster1.xml" Id="R1ec71093741d44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6f1b66821a40af" /><Relationship Type="http://schemas.openxmlformats.org/officeDocument/2006/relationships/notesMaster" Target="/ppt/notesMasters/notesMaster1.xml" Id="Ra0f141c30eaf40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b6c409b2464e9e" /><Relationship Type="http://schemas.openxmlformats.org/officeDocument/2006/relationships/notesMaster" Target="/ppt/notesMasters/notesMaster1.xml" Id="Rf0db44ef0ce74e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cef7a284864f0d" /><Relationship Type="http://schemas.openxmlformats.org/officeDocument/2006/relationships/notesMaster" Target="/ppt/notesMasters/notesMaster1.xml" Id="R9f4a0e3dbf6645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aafac748b4cbe" /><Relationship Type="http://schemas.openxmlformats.org/officeDocument/2006/relationships/notesMaster" Target="/ppt/notesMasters/notesMaster1.xml" Id="Rf144cc52787340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3a67d771e146ed" /><Relationship Type="http://schemas.openxmlformats.org/officeDocument/2006/relationships/notesMaster" Target="/ppt/notesMasters/notesMaster1.xml" Id="R448306d4b687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supplied by Rithika: /Users/rithika/Desktop/objectDetect/results.md and /Users/rithika/Desktop/objectDetect/RESEARCH_research_oct19.md. Both report the same suite; they are not independent repetitions. Person scores use existing truth and time-based matching; motorcycle is scored as cyclist. No new videos/images were supplied for visual review. Earlier speed/veto results and system description are retained from the source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989b91a5e46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35d99aec848c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IKE_PL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B1F7BF-34BD-4BF4-840C-CED4B94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106424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ebfdda74864f6c" /><Relationship Type="http://schemas.openxmlformats.org/officeDocument/2006/relationships/slideLayout" Target="/ppt/slideLayouts/slideLayout1.xml" Id="Ra0085aeceb364946" /><Relationship Type="http://schemas.openxmlformats.org/officeDocument/2006/relationships/slideLayout" Target="/ppt/slideLayouts/slideLayout2.xml" Id="Ra518e6acf9f04c1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85aeceb364946"/>
    <p:sldLayoutId xmlns:r="http://schemas.openxmlformats.org/officeDocument/2006/relationships" id="2147483650" r:id="Ra518e6acf9f04c13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ca30fe8254a0b" /><Relationship Type="http://schemas.openxmlformats.org/officeDocument/2006/relationships/notesSlide" Target="/ppt/notesSlides/notesSlide1.xml" Id="R46b024da1413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4f1948dd94e33" /><Relationship Type="http://schemas.openxmlformats.org/officeDocument/2006/relationships/notesSlide" Target="/ppt/notesSlides/notesSlide2.xml" Id="Rcb4c7668502d4a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5b94a280a48ae" /><Relationship Type="http://schemas.openxmlformats.org/officeDocument/2006/relationships/notesSlide" Target="/ppt/notesSlides/notesSlide3.xml" Id="R06f7aecf02ba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2ac790964417e" /><Relationship Type="http://schemas.openxmlformats.org/officeDocument/2006/relationships/notesSlide" Target="/ppt/notesSlides/notesSlide4.xml" Id="R2364d7ce95de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f43aa95924d82" /><Relationship Type="http://schemas.openxmlformats.org/officeDocument/2006/relationships/notesSlide" Target="/ppt/notesSlides/notesSlide5.xml" Id="Rc8443d27a84444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a951306804aa9" /><Relationship Type="http://schemas.openxmlformats.org/officeDocument/2006/relationships/notesSlide" Target="/ppt/notesSlides/notesSlide6.xml" Id="R91fffa72d92b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52f3d56514b60" /><Relationship Type="http://schemas.openxmlformats.org/officeDocument/2006/relationships/notesSlide" Target="/ppt/notesSlides/notesSlide7.xml" Id="R508f28694dca42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ff919b869417c" /><Relationship Type="http://schemas.openxmlformats.org/officeDocument/2006/relationships/notesSlide" Target="/ppt/notesSlides/notesSlide8.xml" Id="Rb212cfb11093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cb00f4ceb470f" /><Relationship Type="http://schemas.openxmlformats.org/officeDocument/2006/relationships/notesSlide" Target="/ppt/notesSlides/notesSlide9.xml" Id="R4db94355410542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981170eaf4055" /><Relationship Type="http://schemas.openxmlformats.org/officeDocument/2006/relationships/notesSlide" Target="/ppt/notesSlides/notesSlide10.xml" Id="R77f2d02af31948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485ff8ae7941a4" /><Relationship Type="http://schemas.openxmlformats.org/officeDocument/2006/relationships/notesSlide" Target="/ppt/notesSlides/notesSlide11.xml" Id="R5c26a4ec2bf148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03dd50655a41f0" /><Relationship Type="http://schemas.openxmlformats.org/officeDocument/2006/relationships/notesSlide" Target="/ppt/notesSlides/notesSlide12.xml" Id="R94a4f58021e04a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F2049E-BE30-444B-9CC3-AC80DBE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8580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chemeClr val="tx1"/>
                </a:solidFill>
              </a:rPr>
              <a:t>10/19 results</a:t>
            </a:r>
          </a:p>
        </p:txBody>
      </p:sp>
      <p:sp>
        <p:nvSpPr>
          <p:cNvPr id="3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DB40145A-6EB1-4D2E-A0A5-C86944CC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54480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Batch results: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20B03F-CDAB-4FF8-831E-671E8E31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03120"/>
            <a:ext cx="1106424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the current best: 19/21 people correctly counted and labelled, with no extra counted tracks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new suite used the same four Colonial truth clips. Every listed task succeeded, but successful execution is not improved accuracy.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Multi-scale/flip detection (TTA): still 19/21, plus one extra counted track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Observed runtime increased from 42.0 to 88.5 minutes per 15-minute clip, about 2.1 times as long.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High sensitivity: still 19/21 correctly labelled, with 28 extra counted tracks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Zero-DCE night brightening: 7/11 versus the reference 9/11; leave it off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Grounding DINO: 165 sampled frames, 386 proposals; recovered people not yet verified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Higher-resolution test: all three settings predict 0 cyclists and 1 pedestrian; no truth yet</a:t>
            </a:r>
          </a:p>
        </p:txBody>
      </p:sp>
    </p:spTree>
    <p:extLst>
      <p:ext uri="{BB962C8B-B14F-4D97-AF65-F5344CB8AC3E}">
        <p14:creationId xmlns:p14="http://schemas.microsoft.com/office/powerpoint/2010/main" val="947305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1DEA861F-7B57-4219-8476-54B24F1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How the System Works, in Plain English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 Detector (RT-DETR)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Draws boxes around people and vehicles in each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Fine-tuned on about 200 daytime labelled images; night appearance remains difficult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Tiles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Also inspects overlapping close-up tiles, plus the full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Tiny distant people occupy more of the detector input; tile count depends on image size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Tracker (ByteTrack)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Links detections across frames; ID stitching reconnects short gaps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Builds one track per person; linking boxes cannot recover a person never detected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 Video classifier (X-CLIP)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Uses several views from a track to choose cyclist or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Adds appearance and motion evidence, but can disagree with the detector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5. Fusion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Combines X-CLIP, detector cyclist share and image movement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Fixed if-then rules resolve some disagreements; no new training is involved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6. Count filters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Normally require 3 s; apply a strict night exception and a still-object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Reject flickers and barricades; one short real rider is still rejected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9C757A-DA28-4110-9B94-57514DC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89788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tx1"/>
                </a:solidFill>
              </a:rPr>
              <a:t>Zones do not remove people. A person on grass can still count if the detector finds them.</a:t>
            </a:r>
          </a:p>
        </p:txBody>
      </p:sp>
    </p:spTree>
    <p:extLst>
      <p:ext uri="{BB962C8B-B14F-4D97-AF65-F5344CB8AC3E}">
        <p14:creationId xmlns:p14="http://schemas.microsoft.com/office/powerpoint/2010/main" val="12293515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8B749DA-ED86-4E73-8D2E-6E2A95E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498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Fusion: Exactly How the Final Label Is Decided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5669280"/>
                <a:gridCol w="32918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Rule (hand-set thresholds)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 words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 X-CLIP probabilities averaged over the track, weighted toward larger views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X-CLIP supplies the initial label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 Veto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If X-CLIP says cyclist but detector cyclist share is below 15%: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almost never saw a cyclist shape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Lateral tracks seen &gt;=1.5 s: speed &lt;0.8 and detector cyclist &lt;50%: pedestrian; speed &gt;2.0 and detector &gt;=50%: cyclist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Apply only when detector and movement support the change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Night short 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21:00-06:00; 0.3-3 s; final label cyclist; detector cyclist &gt;=90%; weighted X-CLIP cyclist &gt;=0.90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strict exception to the usual 3 s minimum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 Static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After &gt;=3 s: reject if net movement &lt;5 px AND path speed &lt;0.05 body heights/s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conditions must hold to reject a still look-alike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B707F78-5BA2-40DD-AA7D-160CF92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4068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chemeClr val="tx1"/>
                </a:solidFill>
              </a:rPr>
              <a:t>These are fixed rules, not a learned equation. Detector cyclist % is the share of detections labelled cyclist. Speed is body heights/s, not MPH. The promote rule stays off.</a:t>
            </a:r>
          </a:p>
        </p:txBody>
      </p:sp>
    </p:spTree>
    <p:extLst>
      <p:ext uri="{BB962C8B-B14F-4D97-AF65-F5344CB8AC3E}">
        <p14:creationId xmlns:p14="http://schemas.microsoft.com/office/powerpoint/2010/main" val="12853013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8AE12B0-69D4-41D1-B147-3AF0097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Speed: Measured Contribution, Not a Guess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C8747C-346F-4C47-8055-B74740B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25880"/>
            <a:ext cx="1106424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How speed is represented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Smoothed foot-point movement is divided by box height: body heights per second, rather than calibrated road speed.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Hand-set limits: below 0.8 supports walking; above 2.0 supports riding, only when the detector agrees.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only left/right motion. Movement toward or away from the camera can look slow because of perspective.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Completed switch-off tests on the same 21 people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Best setup: 19/21. Turn speed off, keep other rules: 17/21. Speed adds two correct counted classifications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Turn the detector veto off, keep other rules: 18/21. The veto adds one correct counted classification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are marginal contributions with other rules active. The gains overlap and are not independent.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the rules for now, but do not claim general accuracy or real MPH from this small test.</a:t>
            </a:r>
          </a:p>
        </p:txBody>
      </p:sp>
    </p:spTree>
    <p:extLst>
      <p:ext uri="{BB962C8B-B14F-4D97-AF65-F5344CB8AC3E}">
        <p14:creationId xmlns:p14="http://schemas.microsoft.com/office/powerpoint/2010/main" val="5569538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Research Results: Current Best Still Leads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Setup / scope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Correct / truth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tracks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Mean min / 15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Current best (all 4 clips)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42.0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reference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TTA: scale + flip (all 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88.5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Leave off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 sensitivity (all 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39.7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Human-review candidates only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Current best (2 night clips)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42.3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reference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Zero-DCE (2 night clips)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51.5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Worse; leave off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33CC19A-2B54-4E51-9579-2485D08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69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Found = counted with the correct class. Compare Zero-DCE with the NIGHT reference (9/11), not the full 21-person sample.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80560"/>
            <a:ext cx="109728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TTA and the sensitive setup found no additional correctly labelled people; extras rose to 1 and 28 respectively.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reference still has two errors: a night walker called cyclist and a short rider rejected by duration.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are results on the same small development sample. Recorded runtimes are not a controlled hardware benchmark.</a:t>
            </a:r>
          </a:p>
        </p:txBody>
      </p:sp>
    </p:spTree>
    <p:extLst>
      <p:ext uri="{BB962C8B-B14F-4D97-AF65-F5344CB8AC3E}">
        <p14:creationId xmlns:p14="http://schemas.microsoft.com/office/powerpoint/2010/main" val="766301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4E88828C-4014-40C1-A58E-54B1913D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Why the New Runs Do Not Replace b4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6675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Plain-English purpose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Measured outcome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Scale + flip (TTA)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Inspect extra transformed views of each frame, then merge boxes before tracking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Same 19/21; 1 extra; about 2.1x recorded runtime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 sensitivity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Lower detector/tracker thresholds to 0.15; allow 0.4 s tracks; disable static rejection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19/21; 28 extras; night wrong-class errors rise from 1 to 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Zero-DCE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Brighten the detector image AND X-CLIP crops with current slicing/fusion rules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Valid run now completed: 7/11 at night versus 9/11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12-minute review pack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Prepare raw snippets from sensitive candidates for human checking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Pack generated; recovery and real review time not measured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5EA0ECC-52DC-4F05-A6F4-BA06F16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6177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</a:rPr>
              <a:t>What the errors mean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53B1AF-1391-41A1-9BCE-AA79E18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983480"/>
            <a:ext cx="10972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At 22:00, TTA counted 6 pedestrians for 5 in truth. The sensitive setup counted 26 for those same 5, including 21 extra tracks.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Sensitivity changed confidence thresholds, minimum duration and static filtering together; this is not an isolated test of the 0.4-second limit.</a:t>
            </a:r>
          </a:p>
        </p:txBody>
      </p:sp>
    </p:spTree>
    <p:extLst>
      <p:ext uri="{BB962C8B-B14F-4D97-AF65-F5344CB8AC3E}">
        <p14:creationId xmlns:p14="http://schemas.microsoft.com/office/powerpoint/2010/main" val="18859425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E1558C4-49FD-48C2-B1B2-5EF0200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Higher Resolution: Runs Finished, Truth Pending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625BC1-D586-4AC1-B05C-9C27436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71600"/>
            <a:ext cx="10972800" cy="493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Corrine 706 test ran under three matched settings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Baseline, best combination and combination + TTA each predict 0 cyclists and 1 pedestrian in the 15-minute clip.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Vehicle counts differ: baseline 574; combination 491; TTA 491. No person or vehicle truth was supplied for this clip.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scan found two sources above the 720x480 reference resolution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known Corrine clip is 960x540 at 15 fps and fisheye. More pixels and a different lens/scene are not a controlled resolution experiment.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is complete: outputs, metadata/cut files and lens/zone preview images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remains: inspect the videos/previews and score a chosen higher-resolution clip. Year is irrelevant; no accuracy claim yet.</a:t>
            </a:r>
          </a:p>
        </p:txBody>
      </p:sp>
    </p:spTree>
    <p:extLst>
      <p:ext uri="{BB962C8B-B14F-4D97-AF65-F5344CB8AC3E}">
        <p14:creationId xmlns:p14="http://schemas.microsoft.com/office/powerpoint/2010/main" val="1283103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9C6E4BA-8359-4B1F-9FBF-5B666B21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Active To-Do: Status After the Batch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371600"/>
                <a:gridCol w="61264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Measured result / remaining work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 +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Keep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Reference 19/21; earlier switch-off tests: no speed 17/21, no veto 18/21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Scale / flip experiment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 with 1 extra counted track; no gain; leave off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High-sensitivity experiment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 with 28 extras; automatic counting is worse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brightening (Zero-DCE)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7/11 versus night reference 9/11; leave off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Grounding DINO audit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Arial"/>
                          <a:ea typeface="Arial"/>
                          <a:cs typeface="Arial"/>
                        </a:rPr>
                        <a:t>Review 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165 frames; 386 proposals; 308 have low overlap with saved tracks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Higher-resolution test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Arial"/>
                          <a:ea typeface="Arial"/>
                          <a:cs typeface="Arial"/>
                        </a:rPr>
                        <a:t>Truth 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Three runs completed; identical person totals do not establish accuracy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12-minute review experiment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Arial"/>
                          <a:ea typeface="Arial"/>
                          <a:cs typeface="Arial"/>
                        </a:rPr>
                        <a:t>Pack ready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Review/deduplicate candidates; time budget is not demonstrated workload savings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wrong / one right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Analyzed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Earlier 21-person audit: 11 both right; 2 both wrong; 5 detector-only; 3 X-CLIP-only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Walking-away failures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Arial"/>
                          <a:ea typeface="Arial"/>
                          <a:cs typeface="Arial"/>
                        </a:rPr>
                        <a:t>Still partial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Known h5 is a label disagreement fixed by fusion; no new isolated causal test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Zone / fisheye checks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Arial"/>
                          <a:ea typeface="Arial"/>
                          <a:cs typeface="Arial"/>
                        </a:rPr>
                        <a:t>Previews ready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Images generated; alignment and lens settings still need visual checking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8112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383C024-FAE1-41BA-83BA-09B112A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Grounding DINO: Proposals Need Human Checking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54880"/>
                <a:gridCol w="1554480"/>
                <a:gridCol w="475488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Audit 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Frames / proposals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Proposals with low overlap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Night 21:15-21:30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42 / 113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Day 14:00-14:15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 / 85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Night 22:00-22:15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 / 101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Day 12:45-13:00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 / 87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165 / 386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308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this measures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Sampled-frame proposals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unique people, recall or confirmed recoveries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11476E-DC97-44CE-92D9-5DAE980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Low overlap is not a confirmed missed person. The audit includes person, bicycle and motorcycle boxes; it is not cyclist counting.</a:t>
            </a:r>
          </a:p>
        </p:txBody>
      </p:sp>
    </p:spTree>
    <p:extLst>
      <p:ext uri="{BB962C8B-B14F-4D97-AF65-F5344CB8AC3E}">
        <p14:creationId xmlns:p14="http://schemas.microsoft.com/office/powerpoint/2010/main" val="1905382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A0161BD-2CA6-4A69-B617-6B76A12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Next: Review Evidence, Keep the Reference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"/>
                <a:gridCol w="3291840"/>
                <a:gridCol w="4023360"/>
                <a:gridCol w="333756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Next action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Where to look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How to judge it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b4 as the reference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Existing four truth clips and the new person-level report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 new method improved 19/21 without extra counts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Check the one TTA extra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 night 22:00 annotated 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Confirm false/duplicate track or a missing truth entry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Inspect Grounding hard cases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Side-by-side night/day frame folders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Look for useful real-person detections, not just more boxes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Review the 12-minute pack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review_12min/review.html from the suite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Count unique people recovered; reject false/duplicate candidates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Inspect higher-resolution runs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Corrine baseline / combo / TTA annotated videos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Truth is needed before comparing accuracy; same totals can hide errors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Check zone and lens previews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previews/colonial_zones_v2.png and fisheye grids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Confirm geometry visually; preview generation is not validation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90C4763-5E69-4494-9E9B-BFE7412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tx1"/>
                </a:solidFill>
              </a:rPr>
              <a:t>The batch is finished. No repeat submission or relabelling of the existing four truth clips is needed. Review outputs before another experiment.</a:t>
            </a:r>
          </a:p>
        </p:txBody>
      </p:sp>
    </p:spTree>
    <p:extLst>
      <p:ext uri="{BB962C8B-B14F-4D97-AF65-F5344CB8AC3E}">
        <p14:creationId xmlns:p14="http://schemas.microsoft.com/office/powerpoint/2010/main" val="19584720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E7CB970-59CD-4FF4-962C-A30711E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Decisions From the New Evidence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4754880"/>
                <a:gridCol w="32004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What happened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Current best (b4)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 correct; no extra counted tracks on these four clips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as the measured reference; two errors remain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Scale + flip (TTA)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19/21; one extra; recorded runtime 88.5 vs 42.0 min per 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Do not enable in the current automatic setup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 sensitivity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19/21; 28 extra counted tracks; review pack created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Candidate generation only; human benefit is not established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Zero-DCE enhancement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score falls from 9/11 to 7/11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Leave off; the completed retry did not help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Grounding / higher resolution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Outputs exist, but confirmed recovery / accuracy is unknown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Inspect evidence before integration or an accuracy claim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650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FC556656-8F33-4F87-957E-AD78404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Plain-English Glossary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/ RT-DETR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The model that draws boxes around people and vehicles in a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Proposal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suggested object box; it is not automatically a real or newly recovered person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X-CLIP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The video model used to label a person track cyclist or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Boxes linked over time; fragments may represent the same real person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SAHI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Detection on overlapping close-up tiles, followed by merging boxes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Fixed rules combine detector, X-CLIP and movement evidence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counted 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counted track unmatched to truth; may be a false object or duplicate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Truth file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Human observations used to check who appeared and their class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Fisheye / undistort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Very wide curved view / map it to a flatter view using lens assumptions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ByteTrack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The box-association method here, followed by ID stitching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Ablation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Switch one rule off while holding the other settings fixed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 / high sensitivity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transformed detector views / relaxed candidate filters that can add false counts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483124"/>
      </p:ext>
    </p:extLst>
  </p:cSld>
</p:sld>
</file>

<file path=ppt/theme/theme1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2026-10-20T02:14:07.6180000Z</dcterms:created>
  <dcterms:modified xsi:type="dcterms:W3CDTF">2026-10-20T02:14:07.6180000Z</dcterms:modified>
</coreProperties>
</file>